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F49206-2ED8-1B4D-81EA-ACD632CED199}" type="doc">
      <dgm:prSet loTypeId="urn:microsoft.com/office/officeart/2005/8/layout/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DBD254-8AC1-7B44-8C31-B70207D7A961}">
      <dgm:prSet phldrT="[Text]"/>
      <dgm:spPr/>
      <dgm:t>
        <a:bodyPr/>
        <a:lstStyle/>
        <a:p>
          <a:r>
            <a:rPr lang="en-US" dirty="0"/>
            <a:t>Algorithm Development in MATLAB</a:t>
          </a:r>
        </a:p>
      </dgm:t>
    </dgm:pt>
    <dgm:pt modelId="{F541B73D-D754-2147-B122-51978B122F91}" type="parTrans" cxnId="{C3BC839F-9036-CC41-AC13-5CF3DB24D48E}">
      <dgm:prSet/>
      <dgm:spPr/>
      <dgm:t>
        <a:bodyPr/>
        <a:lstStyle/>
        <a:p>
          <a:endParaRPr lang="en-US"/>
        </a:p>
      </dgm:t>
    </dgm:pt>
    <dgm:pt modelId="{676B88FF-C2BD-7A4D-9D08-52B3C01A3E62}" type="sibTrans" cxnId="{C3BC839F-9036-CC41-AC13-5CF3DB24D48E}">
      <dgm:prSet/>
      <dgm:spPr/>
      <dgm:t>
        <a:bodyPr/>
        <a:lstStyle/>
        <a:p>
          <a:endParaRPr lang="en-US"/>
        </a:p>
      </dgm:t>
    </dgm:pt>
    <dgm:pt modelId="{0034CC2F-B7FF-BB4B-A322-46CD64EB7465}">
      <dgm:prSet phldrT="[Text]"/>
      <dgm:spPr/>
      <dgm:t>
        <a:bodyPr/>
        <a:lstStyle/>
        <a:p>
          <a:r>
            <a:rPr lang="en-US" dirty="0"/>
            <a:t>DAS (Delay and Sum), DMAS (Delay Multiply and Sum), Time Reversal (using MATLAB </a:t>
          </a:r>
          <a:r>
            <a:rPr lang="en-US" dirty="0" err="1"/>
            <a:t>parfor</a:t>
          </a:r>
          <a:r>
            <a:rPr lang="en-US" dirty="0"/>
            <a:t> / parallel computing toolbox)</a:t>
          </a:r>
        </a:p>
      </dgm:t>
    </dgm:pt>
    <dgm:pt modelId="{893F3432-FEF3-7E4F-9376-0FC22646483A}" type="parTrans" cxnId="{6556446E-C7D2-C140-9E74-5D9F194F9DE1}">
      <dgm:prSet/>
      <dgm:spPr/>
      <dgm:t>
        <a:bodyPr/>
        <a:lstStyle/>
        <a:p>
          <a:endParaRPr lang="en-US"/>
        </a:p>
      </dgm:t>
    </dgm:pt>
    <dgm:pt modelId="{6A174B56-39C2-6341-A462-63826E523B66}" type="sibTrans" cxnId="{6556446E-C7D2-C140-9E74-5D9F194F9DE1}">
      <dgm:prSet/>
      <dgm:spPr/>
      <dgm:t>
        <a:bodyPr/>
        <a:lstStyle/>
        <a:p>
          <a:endParaRPr lang="en-US"/>
        </a:p>
      </dgm:t>
    </dgm:pt>
    <dgm:pt modelId="{80E644C9-E354-BB45-AA3B-1370EB3DE59D}">
      <dgm:prSet phldrT="[Text]"/>
      <dgm:spPr/>
      <dgm:t>
        <a:bodyPr/>
        <a:lstStyle/>
        <a:p>
          <a:r>
            <a:rPr lang="en-US" dirty="0"/>
            <a:t>Migration to Python</a:t>
          </a:r>
        </a:p>
      </dgm:t>
    </dgm:pt>
    <dgm:pt modelId="{0C5A65B6-7A56-5D42-AEC0-B2FC233F22F1}" type="parTrans" cxnId="{7DCA4321-FA59-E94C-95ED-EF7893B4FECF}">
      <dgm:prSet/>
      <dgm:spPr/>
      <dgm:t>
        <a:bodyPr/>
        <a:lstStyle/>
        <a:p>
          <a:endParaRPr lang="en-US"/>
        </a:p>
      </dgm:t>
    </dgm:pt>
    <dgm:pt modelId="{F43160D6-1AA1-E346-A697-6CA2F1D400D9}" type="sibTrans" cxnId="{7DCA4321-FA59-E94C-95ED-EF7893B4FECF}">
      <dgm:prSet/>
      <dgm:spPr/>
      <dgm:t>
        <a:bodyPr/>
        <a:lstStyle/>
        <a:p>
          <a:endParaRPr lang="en-US"/>
        </a:p>
      </dgm:t>
    </dgm:pt>
    <dgm:pt modelId="{E993FFFD-308C-8C4C-81FE-287C988E6628}">
      <dgm:prSet phldrT="[Text]"/>
      <dgm:spPr/>
      <dgm:t>
        <a:bodyPr/>
        <a:lstStyle/>
        <a:p>
          <a:r>
            <a:rPr lang="en-US" dirty="0"/>
            <a:t>Performance Optimization</a:t>
          </a:r>
        </a:p>
      </dgm:t>
    </dgm:pt>
    <dgm:pt modelId="{EF8319CB-78D8-AE47-A038-9A2FA18FC210}" type="parTrans" cxnId="{4C782558-D4CE-F34B-92EA-4A7951CCCB1E}">
      <dgm:prSet/>
      <dgm:spPr/>
      <dgm:t>
        <a:bodyPr/>
        <a:lstStyle/>
        <a:p>
          <a:endParaRPr lang="en-US"/>
        </a:p>
      </dgm:t>
    </dgm:pt>
    <dgm:pt modelId="{53BB4351-98B7-8444-9274-FB955BA069C9}" type="sibTrans" cxnId="{4C782558-D4CE-F34B-92EA-4A7951CCCB1E}">
      <dgm:prSet/>
      <dgm:spPr/>
      <dgm:t>
        <a:bodyPr/>
        <a:lstStyle/>
        <a:p>
          <a:endParaRPr lang="en-US"/>
        </a:p>
      </dgm:t>
    </dgm:pt>
    <dgm:pt modelId="{59168980-9B90-5546-AC46-049CC3B9ADD6}">
      <dgm:prSet phldrT="[Text]"/>
      <dgm:spPr/>
      <dgm:t>
        <a:bodyPr/>
        <a:lstStyle/>
        <a:p>
          <a:r>
            <a:rPr lang="en-US" dirty="0"/>
            <a:t>Benchmarking Python against MATLAB</a:t>
          </a:r>
        </a:p>
      </dgm:t>
    </dgm:pt>
    <dgm:pt modelId="{EF24E31D-A74C-D644-82EB-7AD0B0C83672}" type="parTrans" cxnId="{978D59A1-C397-7043-A84A-656673689468}">
      <dgm:prSet/>
      <dgm:spPr/>
      <dgm:t>
        <a:bodyPr/>
        <a:lstStyle/>
        <a:p>
          <a:endParaRPr lang="en-US"/>
        </a:p>
      </dgm:t>
    </dgm:pt>
    <dgm:pt modelId="{BD8047D7-D732-174A-A528-06C33A8EF4E2}" type="sibTrans" cxnId="{978D59A1-C397-7043-A84A-656673689468}">
      <dgm:prSet/>
      <dgm:spPr/>
      <dgm:t>
        <a:bodyPr/>
        <a:lstStyle/>
        <a:p>
          <a:endParaRPr lang="en-US"/>
        </a:p>
      </dgm:t>
    </dgm:pt>
    <dgm:pt modelId="{17A95DE8-3928-EE48-8C89-4367A32F20C7}">
      <dgm:prSet phldrT="[Text]"/>
      <dgm:spPr/>
      <dgm:t>
        <a:bodyPr/>
        <a:lstStyle/>
        <a:p>
          <a:r>
            <a:rPr lang="en-US" dirty="0"/>
            <a:t>Exploring GPU acceleration</a:t>
          </a:r>
        </a:p>
      </dgm:t>
    </dgm:pt>
    <dgm:pt modelId="{584E924F-C567-EE43-A1F9-710D50EC6340}" type="parTrans" cxnId="{EE29C826-2627-064B-994D-45E440E4332F}">
      <dgm:prSet/>
      <dgm:spPr/>
      <dgm:t>
        <a:bodyPr/>
        <a:lstStyle/>
        <a:p>
          <a:endParaRPr lang="en-US"/>
        </a:p>
      </dgm:t>
    </dgm:pt>
    <dgm:pt modelId="{1DF58659-71D7-BA40-8979-7C844A180E7A}" type="sibTrans" cxnId="{EE29C826-2627-064B-994D-45E440E4332F}">
      <dgm:prSet/>
      <dgm:spPr/>
      <dgm:t>
        <a:bodyPr/>
        <a:lstStyle/>
        <a:p>
          <a:endParaRPr lang="en-US"/>
        </a:p>
      </dgm:t>
    </dgm:pt>
    <dgm:pt modelId="{752FAD0B-2643-C648-884B-E6FB1D1EE04E}">
      <dgm:prSet/>
      <dgm:spPr/>
      <dgm:t>
        <a:bodyPr/>
        <a:lstStyle/>
        <a:p>
          <a:r>
            <a:rPr lang="en-US" dirty="0"/>
            <a:t>Recreated algorithms in Python (using </a:t>
          </a:r>
          <a:r>
            <a:rPr lang="en-US" dirty="0" err="1"/>
            <a:t>joblib</a:t>
          </a:r>
          <a:r>
            <a:rPr lang="en-US" dirty="0"/>
            <a:t> for parallelism) </a:t>
          </a:r>
        </a:p>
      </dgm:t>
    </dgm:pt>
    <dgm:pt modelId="{B45CF73F-DFC7-3247-86F0-9D04B5E537EB}" type="parTrans" cxnId="{C82D5674-DB79-9441-B574-BC63AC9B70EC}">
      <dgm:prSet/>
      <dgm:spPr/>
      <dgm:t>
        <a:bodyPr/>
        <a:lstStyle/>
        <a:p>
          <a:endParaRPr lang="en-US"/>
        </a:p>
      </dgm:t>
    </dgm:pt>
    <dgm:pt modelId="{0EEF69A4-8B18-6145-863A-FC8EC073D54D}" type="sibTrans" cxnId="{C82D5674-DB79-9441-B574-BC63AC9B70EC}">
      <dgm:prSet/>
      <dgm:spPr/>
      <dgm:t>
        <a:bodyPr/>
        <a:lstStyle/>
        <a:p>
          <a:endParaRPr lang="en-US"/>
        </a:p>
      </dgm:t>
    </dgm:pt>
    <dgm:pt modelId="{8DDF052C-F783-2647-885B-2F8E70D1D3A8}" type="pres">
      <dgm:prSet presAssocID="{54F49206-2ED8-1B4D-81EA-ACD632CED199}" presName="Name0" presStyleCnt="0">
        <dgm:presLayoutVars>
          <dgm:dir/>
          <dgm:animLvl val="lvl"/>
          <dgm:resizeHandles val="exact"/>
        </dgm:presLayoutVars>
      </dgm:prSet>
      <dgm:spPr/>
    </dgm:pt>
    <dgm:pt modelId="{02C11D73-5136-8A41-A126-406786A4E784}" type="pres">
      <dgm:prSet presAssocID="{E993FFFD-308C-8C4C-81FE-287C988E6628}" presName="boxAndChildren" presStyleCnt="0"/>
      <dgm:spPr/>
    </dgm:pt>
    <dgm:pt modelId="{E178D121-5130-D748-A259-C9006E92FF1B}" type="pres">
      <dgm:prSet presAssocID="{E993FFFD-308C-8C4C-81FE-287C988E6628}" presName="parentTextBox" presStyleLbl="node1" presStyleIdx="0" presStyleCnt="3"/>
      <dgm:spPr/>
    </dgm:pt>
    <dgm:pt modelId="{5B89DE6F-D5C4-BE4A-A56F-1B4BE159A399}" type="pres">
      <dgm:prSet presAssocID="{E993FFFD-308C-8C4C-81FE-287C988E6628}" presName="entireBox" presStyleLbl="node1" presStyleIdx="0" presStyleCnt="3"/>
      <dgm:spPr/>
    </dgm:pt>
    <dgm:pt modelId="{B4E09804-35DF-0A40-801D-8D3FA8C291A1}" type="pres">
      <dgm:prSet presAssocID="{E993FFFD-308C-8C4C-81FE-287C988E6628}" presName="descendantBox" presStyleCnt="0"/>
      <dgm:spPr/>
    </dgm:pt>
    <dgm:pt modelId="{DC7981AE-F4E6-C646-B3B6-73D841420CBC}" type="pres">
      <dgm:prSet presAssocID="{59168980-9B90-5546-AC46-049CC3B9ADD6}" presName="childTextBox" presStyleLbl="fgAccFollowNode1" presStyleIdx="0" presStyleCnt="4">
        <dgm:presLayoutVars>
          <dgm:bulletEnabled val="1"/>
        </dgm:presLayoutVars>
      </dgm:prSet>
      <dgm:spPr/>
    </dgm:pt>
    <dgm:pt modelId="{BD38CD99-1283-5B4E-B4EB-0B3E25F737FB}" type="pres">
      <dgm:prSet presAssocID="{17A95DE8-3928-EE48-8C89-4367A32F20C7}" presName="childTextBox" presStyleLbl="fgAccFollowNode1" presStyleIdx="1" presStyleCnt="4">
        <dgm:presLayoutVars>
          <dgm:bulletEnabled val="1"/>
        </dgm:presLayoutVars>
      </dgm:prSet>
      <dgm:spPr/>
    </dgm:pt>
    <dgm:pt modelId="{07B88A35-6D88-ED45-A9F0-C54BAD440D73}" type="pres">
      <dgm:prSet presAssocID="{F43160D6-1AA1-E346-A697-6CA2F1D400D9}" presName="sp" presStyleCnt="0"/>
      <dgm:spPr/>
    </dgm:pt>
    <dgm:pt modelId="{3F8AA7E3-158A-6C41-82D8-FBD558FB6999}" type="pres">
      <dgm:prSet presAssocID="{80E644C9-E354-BB45-AA3B-1370EB3DE59D}" presName="arrowAndChildren" presStyleCnt="0"/>
      <dgm:spPr/>
    </dgm:pt>
    <dgm:pt modelId="{69CB3E8D-AB87-4D4E-A4D7-E3452B1D959D}" type="pres">
      <dgm:prSet presAssocID="{80E644C9-E354-BB45-AA3B-1370EB3DE59D}" presName="parentTextArrow" presStyleLbl="node1" presStyleIdx="0" presStyleCnt="3"/>
      <dgm:spPr/>
    </dgm:pt>
    <dgm:pt modelId="{2EDEACA3-F9F4-0D40-A09C-BF0FFCECE0A5}" type="pres">
      <dgm:prSet presAssocID="{80E644C9-E354-BB45-AA3B-1370EB3DE59D}" presName="arrow" presStyleLbl="node1" presStyleIdx="1" presStyleCnt="3"/>
      <dgm:spPr/>
    </dgm:pt>
    <dgm:pt modelId="{9496E643-DFCA-7249-8AAA-2ECAA54C8154}" type="pres">
      <dgm:prSet presAssocID="{80E644C9-E354-BB45-AA3B-1370EB3DE59D}" presName="descendantArrow" presStyleCnt="0"/>
      <dgm:spPr/>
    </dgm:pt>
    <dgm:pt modelId="{D9A93D51-445F-AA4B-9EE3-A07D987E7CE1}" type="pres">
      <dgm:prSet presAssocID="{752FAD0B-2643-C648-884B-E6FB1D1EE04E}" presName="childTextArrow" presStyleLbl="fgAccFollowNode1" presStyleIdx="2" presStyleCnt="4">
        <dgm:presLayoutVars>
          <dgm:bulletEnabled val="1"/>
        </dgm:presLayoutVars>
      </dgm:prSet>
      <dgm:spPr/>
    </dgm:pt>
    <dgm:pt modelId="{EA38F9A5-E872-CD4D-9F65-0D2DA701FC01}" type="pres">
      <dgm:prSet presAssocID="{676B88FF-C2BD-7A4D-9D08-52B3C01A3E62}" presName="sp" presStyleCnt="0"/>
      <dgm:spPr/>
    </dgm:pt>
    <dgm:pt modelId="{1280FA4F-58DC-ED46-A4A3-4A77A20B1DEC}" type="pres">
      <dgm:prSet presAssocID="{D4DBD254-8AC1-7B44-8C31-B70207D7A961}" presName="arrowAndChildren" presStyleCnt="0"/>
      <dgm:spPr/>
    </dgm:pt>
    <dgm:pt modelId="{3F378CCE-7381-8841-B0DD-8D7E268CF6CA}" type="pres">
      <dgm:prSet presAssocID="{D4DBD254-8AC1-7B44-8C31-B70207D7A961}" presName="parentTextArrow" presStyleLbl="node1" presStyleIdx="1" presStyleCnt="3"/>
      <dgm:spPr/>
    </dgm:pt>
    <dgm:pt modelId="{87C8F532-5A01-4544-BC97-275C58A284D9}" type="pres">
      <dgm:prSet presAssocID="{D4DBD254-8AC1-7B44-8C31-B70207D7A961}" presName="arrow" presStyleLbl="node1" presStyleIdx="2" presStyleCnt="3"/>
      <dgm:spPr/>
    </dgm:pt>
    <dgm:pt modelId="{2A2B75CA-4022-A64B-9D1B-8D42FFA353AB}" type="pres">
      <dgm:prSet presAssocID="{D4DBD254-8AC1-7B44-8C31-B70207D7A961}" presName="descendantArrow" presStyleCnt="0"/>
      <dgm:spPr/>
    </dgm:pt>
    <dgm:pt modelId="{62A09B05-8DB4-014E-ADB6-78936CB91F9C}" type="pres">
      <dgm:prSet presAssocID="{0034CC2F-B7FF-BB4B-A322-46CD64EB7465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89927B08-649E-644D-9EF1-6E59AFCD0B5F}" type="presOf" srcId="{E993FFFD-308C-8C4C-81FE-287C988E6628}" destId="{5B89DE6F-D5C4-BE4A-A56F-1B4BE159A399}" srcOrd="1" destOrd="0" presId="urn:microsoft.com/office/officeart/2005/8/layout/process4"/>
    <dgm:cxn modelId="{7DCA4321-FA59-E94C-95ED-EF7893B4FECF}" srcId="{54F49206-2ED8-1B4D-81EA-ACD632CED199}" destId="{80E644C9-E354-BB45-AA3B-1370EB3DE59D}" srcOrd="1" destOrd="0" parTransId="{0C5A65B6-7A56-5D42-AEC0-B2FC233F22F1}" sibTransId="{F43160D6-1AA1-E346-A697-6CA2F1D400D9}"/>
    <dgm:cxn modelId="{B7630422-B638-C24B-B098-433F717936B6}" type="presOf" srcId="{D4DBD254-8AC1-7B44-8C31-B70207D7A961}" destId="{87C8F532-5A01-4544-BC97-275C58A284D9}" srcOrd="1" destOrd="0" presId="urn:microsoft.com/office/officeart/2005/8/layout/process4"/>
    <dgm:cxn modelId="{3B124422-6EA4-4346-BEF4-A2118E358C52}" type="presOf" srcId="{80E644C9-E354-BB45-AA3B-1370EB3DE59D}" destId="{2EDEACA3-F9F4-0D40-A09C-BF0FFCECE0A5}" srcOrd="1" destOrd="0" presId="urn:microsoft.com/office/officeart/2005/8/layout/process4"/>
    <dgm:cxn modelId="{EE29C826-2627-064B-994D-45E440E4332F}" srcId="{E993FFFD-308C-8C4C-81FE-287C988E6628}" destId="{17A95DE8-3928-EE48-8C89-4367A32F20C7}" srcOrd="1" destOrd="0" parTransId="{584E924F-C567-EE43-A1F9-710D50EC6340}" sibTransId="{1DF58659-71D7-BA40-8979-7C844A180E7A}"/>
    <dgm:cxn modelId="{ED60824F-CE54-FE46-9518-AB3E3857356E}" type="presOf" srcId="{17A95DE8-3928-EE48-8C89-4367A32F20C7}" destId="{BD38CD99-1283-5B4E-B4EB-0B3E25F737FB}" srcOrd="0" destOrd="0" presId="urn:microsoft.com/office/officeart/2005/8/layout/process4"/>
    <dgm:cxn modelId="{4C782558-D4CE-F34B-92EA-4A7951CCCB1E}" srcId="{54F49206-2ED8-1B4D-81EA-ACD632CED199}" destId="{E993FFFD-308C-8C4C-81FE-287C988E6628}" srcOrd="2" destOrd="0" parTransId="{EF8319CB-78D8-AE47-A038-9A2FA18FC210}" sibTransId="{53BB4351-98B7-8444-9274-FB955BA069C9}"/>
    <dgm:cxn modelId="{7BF37469-643B-1842-9C20-B232FC361083}" type="presOf" srcId="{E993FFFD-308C-8C4C-81FE-287C988E6628}" destId="{E178D121-5130-D748-A259-C9006E92FF1B}" srcOrd="0" destOrd="0" presId="urn:microsoft.com/office/officeart/2005/8/layout/process4"/>
    <dgm:cxn modelId="{6556446E-C7D2-C140-9E74-5D9F194F9DE1}" srcId="{D4DBD254-8AC1-7B44-8C31-B70207D7A961}" destId="{0034CC2F-B7FF-BB4B-A322-46CD64EB7465}" srcOrd="0" destOrd="0" parTransId="{893F3432-FEF3-7E4F-9376-0FC22646483A}" sibTransId="{6A174B56-39C2-6341-A462-63826E523B66}"/>
    <dgm:cxn modelId="{C82D5674-DB79-9441-B574-BC63AC9B70EC}" srcId="{80E644C9-E354-BB45-AA3B-1370EB3DE59D}" destId="{752FAD0B-2643-C648-884B-E6FB1D1EE04E}" srcOrd="0" destOrd="0" parTransId="{B45CF73F-DFC7-3247-86F0-9D04B5E537EB}" sibTransId="{0EEF69A4-8B18-6145-863A-FC8EC073D54D}"/>
    <dgm:cxn modelId="{C3BC839F-9036-CC41-AC13-5CF3DB24D48E}" srcId="{54F49206-2ED8-1B4D-81EA-ACD632CED199}" destId="{D4DBD254-8AC1-7B44-8C31-B70207D7A961}" srcOrd="0" destOrd="0" parTransId="{F541B73D-D754-2147-B122-51978B122F91}" sibTransId="{676B88FF-C2BD-7A4D-9D08-52B3C01A3E62}"/>
    <dgm:cxn modelId="{978D59A1-C397-7043-A84A-656673689468}" srcId="{E993FFFD-308C-8C4C-81FE-287C988E6628}" destId="{59168980-9B90-5546-AC46-049CC3B9ADD6}" srcOrd="0" destOrd="0" parTransId="{EF24E31D-A74C-D644-82EB-7AD0B0C83672}" sibTransId="{BD8047D7-D732-174A-A528-06C33A8EF4E2}"/>
    <dgm:cxn modelId="{E080E5B7-3D2D-DE41-B74B-EDA28A527F61}" type="presOf" srcId="{0034CC2F-B7FF-BB4B-A322-46CD64EB7465}" destId="{62A09B05-8DB4-014E-ADB6-78936CB91F9C}" srcOrd="0" destOrd="0" presId="urn:microsoft.com/office/officeart/2005/8/layout/process4"/>
    <dgm:cxn modelId="{DCA3F1BF-4BBC-B546-BE5D-4D9D0D7AF684}" type="presOf" srcId="{54F49206-2ED8-1B4D-81EA-ACD632CED199}" destId="{8DDF052C-F783-2647-885B-2F8E70D1D3A8}" srcOrd="0" destOrd="0" presId="urn:microsoft.com/office/officeart/2005/8/layout/process4"/>
    <dgm:cxn modelId="{FAF799C3-7DB8-EB4E-AC60-4515EA9E4736}" type="presOf" srcId="{752FAD0B-2643-C648-884B-E6FB1D1EE04E}" destId="{D9A93D51-445F-AA4B-9EE3-A07D987E7CE1}" srcOrd="0" destOrd="0" presId="urn:microsoft.com/office/officeart/2005/8/layout/process4"/>
    <dgm:cxn modelId="{511B06CC-25BE-C746-97AF-581230087B5B}" type="presOf" srcId="{80E644C9-E354-BB45-AA3B-1370EB3DE59D}" destId="{69CB3E8D-AB87-4D4E-A4D7-E3452B1D959D}" srcOrd="0" destOrd="0" presId="urn:microsoft.com/office/officeart/2005/8/layout/process4"/>
    <dgm:cxn modelId="{085FA4CD-F788-3D46-8B82-4448FFC4F354}" type="presOf" srcId="{59168980-9B90-5546-AC46-049CC3B9ADD6}" destId="{DC7981AE-F4E6-C646-B3B6-73D841420CBC}" srcOrd="0" destOrd="0" presId="urn:microsoft.com/office/officeart/2005/8/layout/process4"/>
    <dgm:cxn modelId="{9A4A16E6-B3AC-DA49-8E35-98FFBA3B0E7D}" type="presOf" srcId="{D4DBD254-8AC1-7B44-8C31-B70207D7A961}" destId="{3F378CCE-7381-8841-B0DD-8D7E268CF6CA}" srcOrd="0" destOrd="0" presId="urn:microsoft.com/office/officeart/2005/8/layout/process4"/>
    <dgm:cxn modelId="{EEEB5961-E0F5-EC42-8A8C-F387101B3D7A}" type="presParOf" srcId="{8DDF052C-F783-2647-885B-2F8E70D1D3A8}" destId="{02C11D73-5136-8A41-A126-406786A4E784}" srcOrd="0" destOrd="0" presId="urn:microsoft.com/office/officeart/2005/8/layout/process4"/>
    <dgm:cxn modelId="{CD7920C5-640B-054C-B96D-F96FA9E60F3C}" type="presParOf" srcId="{02C11D73-5136-8A41-A126-406786A4E784}" destId="{E178D121-5130-D748-A259-C9006E92FF1B}" srcOrd="0" destOrd="0" presId="urn:microsoft.com/office/officeart/2005/8/layout/process4"/>
    <dgm:cxn modelId="{FECF0965-E8CF-794F-ACC0-F0B3BDCEEF47}" type="presParOf" srcId="{02C11D73-5136-8A41-A126-406786A4E784}" destId="{5B89DE6F-D5C4-BE4A-A56F-1B4BE159A399}" srcOrd="1" destOrd="0" presId="urn:microsoft.com/office/officeart/2005/8/layout/process4"/>
    <dgm:cxn modelId="{8E6B1B26-93CB-3344-B16F-AAB28CD97D31}" type="presParOf" srcId="{02C11D73-5136-8A41-A126-406786A4E784}" destId="{B4E09804-35DF-0A40-801D-8D3FA8C291A1}" srcOrd="2" destOrd="0" presId="urn:microsoft.com/office/officeart/2005/8/layout/process4"/>
    <dgm:cxn modelId="{6C8CBA69-0D94-EA4A-84FB-B004DB576EB5}" type="presParOf" srcId="{B4E09804-35DF-0A40-801D-8D3FA8C291A1}" destId="{DC7981AE-F4E6-C646-B3B6-73D841420CBC}" srcOrd="0" destOrd="0" presId="urn:microsoft.com/office/officeart/2005/8/layout/process4"/>
    <dgm:cxn modelId="{1390E9D8-1447-CE48-A2A0-291AFEBDCB1B}" type="presParOf" srcId="{B4E09804-35DF-0A40-801D-8D3FA8C291A1}" destId="{BD38CD99-1283-5B4E-B4EB-0B3E25F737FB}" srcOrd="1" destOrd="0" presId="urn:microsoft.com/office/officeart/2005/8/layout/process4"/>
    <dgm:cxn modelId="{B1B6AC57-D222-9E4B-B369-46879D109B33}" type="presParOf" srcId="{8DDF052C-F783-2647-885B-2F8E70D1D3A8}" destId="{07B88A35-6D88-ED45-A9F0-C54BAD440D73}" srcOrd="1" destOrd="0" presId="urn:microsoft.com/office/officeart/2005/8/layout/process4"/>
    <dgm:cxn modelId="{338A1312-FBEF-384F-86AE-D7BCB2E566DB}" type="presParOf" srcId="{8DDF052C-F783-2647-885B-2F8E70D1D3A8}" destId="{3F8AA7E3-158A-6C41-82D8-FBD558FB6999}" srcOrd="2" destOrd="0" presId="urn:microsoft.com/office/officeart/2005/8/layout/process4"/>
    <dgm:cxn modelId="{E4976E79-FB83-7E47-B182-AFD882C7C487}" type="presParOf" srcId="{3F8AA7E3-158A-6C41-82D8-FBD558FB6999}" destId="{69CB3E8D-AB87-4D4E-A4D7-E3452B1D959D}" srcOrd="0" destOrd="0" presId="urn:microsoft.com/office/officeart/2005/8/layout/process4"/>
    <dgm:cxn modelId="{55FC24ED-7CE6-3745-806B-4A10C5AEF733}" type="presParOf" srcId="{3F8AA7E3-158A-6C41-82D8-FBD558FB6999}" destId="{2EDEACA3-F9F4-0D40-A09C-BF0FFCECE0A5}" srcOrd="1" destOrd="0" presId="urn:microsoft.com/office/officeart/2005/8/layout/process4"/>
    <dgm:cxn modelId="{89EDF79F-63D0-444A-9467-795B3BFA05B6}" type="presParOf" srcId="{3F8AA7E3-158A-6C41-82D8-FBD558FB6999}" destId="{9496E643-DFCA-7249-8AAA-2ECAA54C8154}" srcOrd="2" destOrd="0" presId="urn:microsoft.com/office/officeart/2005/8/layout/process4"/>
    <dgm:cxn modelId="{CBBD321B-00E7-4247-891D-2768B24410FC}" type="presParOf" srcId="{9496E643-DFCA-7249-8AAA-2ECAA54C8154}" destId="{D9A93D51-445F-AA4B-9EE3-A07D987E7CE1}" srcOrd="0" destOrd="0" presId="urn:microsoft.com/office/officeart/2005/8/layout/process4"/>
    <dgm:cxn modelId="{A673549C-C6EE-1B45-A2FC-8458778B9D8A}" type="presParOf" srcId="{8DDF052C-F783-2647-885B-2F8E70D1D3A8}" destId="{EA38F9A5-E872-CD4D-9F65-0D2DA701FC01}" srcOrd="3" destOrd="0" presId="urn:microsoft.com/office/officeart/2005/8/layout/process4"/>
    <dgm:cxn modelId="{55CECC72-C931-4441-9C7A-E7858F2355B1}" type="presParOf" srcId="{8DDF052C-F783-2647-885B-2F8E70D1D3A8}" destId="{1280FA4F-58DC-ED46-A4A3-4A77A20B1DEC}" srcOrd="4" destOrd="0" presId="urn:microsoft.com/office/officeart/2005/8/layout/process4"/>
    <dgm:cxn modelId="{71AB90B9-D3BC-EB47-A6FA-8EF13A0A7070}" type="presParOf" srcId="{1280FA4F-58DC-ED46-A4A3-4A77A20B1DEC}" destId="{3F378CCE-7381-8841-B0DD-8D7E268CF6CA}" srcOrd="0" destOrd="0" presId="urn:microsoft.com/office/officeart/2005/8/layout/process4"/>
    <dgm:cxn modelId="{EFDA69E9-A445-2646-B9A8-80BA54CF4477}" type="presParOf" srcId="{1280FA4F-58DC-ED46-A4A3-4A77A20B1DEC}" destId="{87C8F532-5A01-4544-BC97-275C58A284D9}" srcOrd="1" destOrd="0" presId="urn:microsoft.com/office/officeart/2005/8/layout/process4"/>
    <dgm:cxn modelId="{C173CD9F-F203-6643-96DD-38B9971DACEF}" type="presParOf" srcId="{1280FA4F-58DC-ED46-A4A3-4A77A20B1DEC}" destId="{2A2B75CA-4022-A64B-9D1B-8D42FFA353AB}" srcOrd="2" destOrd="0" presId="urn:microsoft.com/office/officeart/2005/8/layout/process4"/>
    <dgm:cxn modelId="{39B6955D-CC07-F14D-BB2D-5993CEB9BCFA}" type="presParOf" srcId="{2A2B75CA-4022-A64B-9D1B-8D42FFA353AB}" destId="{62A09B05-8DB4-014E-ADB6-78936CB91F9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89DE6F-D5C4-BE4A-A56F-1B4BE159A399}">
      <dsp:nvSpPr>
        <dsp:cNvPr id="0" name=""/>
        <dsp:cNvSpPr/>
      </dsp:nvSpPr>
      <dsp:spPr>
        <a:xfrm>
          <a:off x="0" y="3275482"/>
          <a:ext cx="6302189" cy="1075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Performance Optimization</a:t>
          </a:r>
        </a:p>
      </dsp:txBody>
      <dsp:txXfrm>
        <a:off x="0" y="3275482"/>
        <a:ext cx="6302189" cy="580546"/>
      </dsp:txXfrm>
    </dsp:sp>
    <dsp:sp modelId="{DC7981AE-F4E6-C646-B3B6-73D841420CBC}">
      <dsp:nvSpPr>
        <dsp:cNvPr id="0" name=""/>
        <dsp:cNvSpPr/>
      </dsp:nvSpPr>
      <dsp:spPr>
        <a:xfrm>
          <a:off x="0" y="3834527"/>
          <a:ext cx="3151094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Benchmarking Python against MATLAB</a:t>
          </a:r>
        </a:p>
      </dsp:txBody>
      <dsp:txXfrm>
        <a:off x="0" y="3834527"/>
        <a:ext cx="3151094" cy="494539"/>
      </dsp:txXfrm>
    </dsp:sp>
    <dsp:sp modelId="{BD38CD99-1283-5B4E-B4EB-0B3E25F737FB}">
      <dsp:nvSpPr>
        <dsp:cNvPr id="0" name=""/>
        <dsp:cNvSpPr/>
      </dsp:nvSpPr>
      <dsp:spPr>
        <a:xfrm>
          <a:off x="3151094" y="3834527"/>
          <a:ext cx="3151094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Exploring GPU acceleration</a:t>
          </a:r>
        </a:p>
      </dsp:txBody>
      <dsp:txXfrm>
        <a:off x="3151094" y="3834527"/>
        <a:ext cx="3151094" cy="494539"/>
      </dsp:txXfrm>
    </dsp:sp>
    <dsp:sp modelId="{2EDEACA3-F9F4-0D40-A09C-BF0FFCECE0A5}">
      <dsp:nvSpPr>
        <dsp:cNvPr id="0" name=""/>
        <dsp:cNvSpPr/>
      </dsp:nvSpPr>
      <dsp:spPr>
        <a:xfrm rot="10800000">
          <a:off x="0" y="1638125"/>
          <a:ext cx="6302189" cy="16534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Migration to Python</a:t>
          </a:r>
        </a:p>
      </dsp:txBody>
      <dsp:txXfrm rot="-10800000">
        <a:off x="0" y="1638125"/>
        <a:ext cx="6302189" cy="580372"/>
      </dsp:txXfrm>
    </dsp:sp>
    <dsp:sp modelId="{D9A93D51-445F-AA4B-9EE3-A07D987E7CE1}">
      <dsp:nvSpPr>
        <dsp:cNvPr id="0" name=""/>
        <dsp:cNvSpPr/>
      </dsp:nvSpPr>
      <dsp:spPr>
        <a:xfrm>
          <a:off x="0" y="2218498"/>
          <a:ext cx="6302189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Recreated algorithms in Python (using </a:t>
          </a:r>
          <a:r>
            <a:rPr lang="en-US" sz="1600" kern="1200" dirty="0" err="1"/>
            <a:t>joblib</a:t>
          </a:r>
          <a:r>
            <a:rPr lang="en-US" sz="1600" kern="1200" dirty="0"/>
            <a:t> for parallelism) </a:t>
          </a:r>
        </a:p>
      </dsp:txBody>
      <dsp:txXfrm>
        <a:off x="0" y="2218498"/>
        <a:ext cx="6302189" cy="494391"/>
      </dsp:txXfrm>
    </dsp:sp>
    <dsp:sp modelId="{87C8F532-5A01-4544-BC97-275C58A284D9}">
      <dsp:nvSpPr>
        <dsp:cNvPr id="0" name=""/>
        <dsp:cNvSpPr/>
      </dsp:nvSpPr>
      <dsp:spPr>
        <a:xfrm rot="10800000">
          <a:off x="0" y="769"/>
          <a:ext cx="6302189" cy="16534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Algorithm Development in MATLAB</a:t>
          </a:r>
        </a:p>
      </dsp:txBody>
      <dsp:txXfrm rot="-10800000">
        <a:off x="0" y="769"/>
        <a:ext cx="6302189" cy="580372"/>
      </dsp:txXfrm>
    </dsp:sp>
    <dsp:sp modelId="{62A09B05-8DB4-014E-ADB6-78936CB91F9C}">
      <dsp:nvSpPr>
        <dsp:cNvPr id="0" name=""/>
        <dsp:cNvSpPr/>
      </dsp:nvSpPr>
      <dsp:spPr>
        <a:xfrm>
          <a:off x="0" y="581141"/>
          <a:ext cx="6302189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DAS (Delay and Sum), DMAS (Delay Multiply and Sum), Time Reversal (using MATLAB </a:t>
          </a:r>
          <a:r>
            <a:rPr lang="en-US" sz="1600" kern="1200" dirty="0" err="1"/>
            <a:t>parfor</a:t>
          </a:r>
          <a:r>
            <a:rPr lang="en-US" sz="1600" kern="1200" dirty="0"/>
            <a:t> / parallel computing toolbox)</a:t>
          </a:r>
        </a:p>
      </dsp:txBody>
      <dsp:txXfrm>
        <a:off x="0" y="581141"/>
        <a:ext cx="6302189" cy="4943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06CE-5E7E-88FA-07CC-F9242433D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F440B7-F395-ED6C-C8D3-1207F7E16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2B9DF-C920-F2B0-B680-36EC7F24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EBB6-694E-E84F-9855-B9B2428430C2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9B799-1C1E-4A7E-E0F3-552C00F9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3C276-3AA6-40D1-FBA3-DEBC9AF4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70C4-19D1-1840-8160-38560EA07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1FC0D-52CA-8E99-4668-85E22088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1C27-0179-4263-3796-67870224F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2054E-3879-B03B-2483-682C8670D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EBB6-694E-E84F-9855-B9B2428430C2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015FC-0AEC-56A6-595D-84CC37AD2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05DAD-067A-C633-4397-C3A53BC4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70C4-19D1-1840-8160-38560EA07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4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4701-10B3-0E22-6A20-1BADAAFD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7496D-3E1B-5F41-8F69-9A7B816D5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F1C40-C3AA-37D0-670B-F6449C9A1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EBB6-694E-E84F-9855-B9B2428430C2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FD36E-9C27-CFFE-65AE-0943190FD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F8BC6-B9C6-FAB7-0145-257C602CD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70C4-19D1-1840-8160-38560EA07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E1217-23A7-5B91-CC7C-EEF9F691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3B7C3-9A3C-C9B6-2529-DCEFB0ABD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A3356-9CD4-1727-DA69-05497673D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810DF-AEAE-D597-9B58-54EEC89D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EBB6-694E-E84F-9855-B9B2428430C2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11279-E699-2F3B-B381-4336AE54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8761C-1848-2C37-8DFA-563900A0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70C4-19D1-1840-8160-38560EA07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36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C1C4-CADE-7DD2-3E5A-B9EE32AEB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8B7FA-BC2E-651C-D9ED-31BC8162B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3F1BF-C05D-ECF7-62FB-BD59D7AE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D7F10-5343-4B6D-A22D-F5C0656A2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EABFA-674A-DECA-0D11-17397BF393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125F7-A83A-DCC7-8E90-164190555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EBB6-694E-E84F-9855-B9B2428430C2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C88EDB-4FB7-8C7E-C5E3-58D6AAF5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E57F75-5C31-9A05-D837-767DF7A34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70C4-19D1-1840-8160-38560EA07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7C809-8F25-0CA2-1E18-6DE2E738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90036-F522-60EA-5AFD-D09912A0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EBB6-694E-E84F-9855-B9B2428430C2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78142-B64D-AE60-8E39-00CE473B5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B0E55-52B2-6AD3-642C-9C8AC5DC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70C4-19D1-1840-8160-38560EA07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0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ABD32E-C1AF-0A88-1A10-95B0BB6E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EBB6-694E-E84F-9855-B9B2428430C2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8FEAC-033B-94B1-E0E5-7314D068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0584B-A0EB-76DF-C65C-790157FF6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70C4-19D1-1840-8160-38560EA07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78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60DD9-1A4B-F420-3E45-A236BF43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557EA-59DA-649C-CF0B-89668E941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69C04-F669-1A43-748D-C270BF22E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9E3A6-1D8C-E251-418C-810374F74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EBB6-694E-E84F-9855-B9B2428430C2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C4860-02D0-3CD3-0600-FE01F57C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0EF03-71AD-F5F3-C491-5175F752C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70C4-19D1-1840-8160-38560EA07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3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D260-26E2-9662-33F9-85C20D0D0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840632-E7C4-15AF-06A9-5620C56F6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838BE-886C-9D0B-F697-313359D07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9A8EE-9C70-1C56-16D1-28E24B6D4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EBB6-694E-E84F-9855-B9B2428430C2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61B08-D2B9-C869-0320-51E97F76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38CCB-B3FF-8198-4BF8-1368F663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70C4-19D1-1840-8160-38560EA07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5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36A08-DF2E-355E-135E-5AEEE05F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80096-C1D0-D4B6-92F0-B5B0FFCC6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31928-A4D2-E08B-6CA9-637292292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EBB6-694E-E84F-9855-B9B2428430C2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9D15B-9362-6DC2-1EA0-35EE260DF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A830A-7AE6-AF73-94A8-7A934ECA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70C4-19D1-1840-8160-38560EA07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37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E942-886A-F3F1-7A56-517A79A0B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8C0E31-2E97-92FE-9EFE-953A0B144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1BDBE-77FB-EB93-CC87-969168721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EBB6-694E-E84F-9855-B9B2428430C2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36A34-0EEB-42FA-0959-291908EF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F3466-BC03-4044-15D7-3D44DA61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70C4-19D1-1840-8160-38560EA07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65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907BBA-39CB-D8AD-63D9-330AAFA8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CE6CD-EC3E-0810-92B1-7C4ED8E97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AB260-24E8-3424-5D37-F77FF8483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BEBB6-694E-E84F-9855-B9B2428430C2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8DDD9-19B3-B317-68C9-165E6ABB3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F3D02-501C-40ED-6EB0-753A332AB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B70C4-19D1-1840-8160-38560EA07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37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433DD-970E-B7EE-7FDD-12CD793AB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40" y="153192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Goal: Improve resolution via beamforming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1393080-F365-D806-7CE9-8953EEE24E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1682" y="1690688"/>
          <a:ext cx="630218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4ADA9BF9-CCF9-2803-6F05-A58D6CA666A7}"/>
              </a:ext>
            </a:extLst>
          </p:cNvPr>
          <p:cNvGrpSpPr/>
          <p:nvPr/>
        </p:nvGrpSpPr>
        <p:grpSpPr>
          <a:xfrm>
            <a:off x="8026316" y="480607"/>
            <a:ext cx="3070018" cy="3082436"/>
            <a:chOff x="4056923" y="974964"/>
            <a:chExt cx="4078154" cy="4094649"/>
          </a:xfrm>
        </p:grpSpPr>
        <p:pic>
          <p:nvPicPr>
            <p:cNvPr id="17" name="Content Placeholder 6">
              <a:extLst>
                <a:ext uri="{FF2B5EF4-FFF2-40B4-BE49-F238E27FC236}">
                  <a16:creationId xmlns:a16="http://schemas.microsoft.com/office/drawing/2014/main" id="{1E3DDE6B-35C1-2EBC-37A8-A3502EF99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56919" y="974964"/>
              <a:ext cx="1678161" cy="1508683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CAC85F9-6221-61E9-3103-0BF6FFAD01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7678" y="2621127"/>
              <a:ext cx="485275" cy="3314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2D3AA0-0AC1-E83E-6B23-20B7E97B0D58}"/>
                </a:ext>
              </a:extLst>
            </p:cNvPr>
            <p:cNvGrpSpPr/>
            <p:nvPr/>
          </p:nvGrpSpPr>
          <p:grpSpPr>
            <a:xfrm>
              <a:off x="4056923" y="2985247"/>
              <a:ext cx="4078154" cy="1637791"/>
              <a:chOff x="3855058" y="4356847"/>
              <a:chExt cx="4078154" cy="1637791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26B17A26-F212-F95A-918E-B3470C7C61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55058" y="4356847"/>
                <a:ext cx="1861510" cy="1637791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9FDDBCAF-7D39-5C18-C964-E520BC561B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6000" y="4356847"/>
                <a:ext cx="1837212" cy="1637791"/>
              </a:xfrm>
              <a:prstGeom prst="rect">
                <a:avLst/>
              </a:prstGeom>
            </p:spPr>
          </p:pic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F1ED3BC-73F5-8701-B874-507CFA531F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9049" y="2621127"/>
              <a:ext cx="484632" cy="3314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C31B2E-9F73-468A-269D-40A5BF5F883E}"/>
                </a:ext>
              </a:extLst>
            </p:cNvPr>
            <p:cNvSpPr txBox="1"/>
            <p:nvPr/>
          </p:nvSpPr>
          <p:spPr>
            <a:xfrm>
              <a:off x="4607206" y="4640327"/>
              <a:ext cx="760941" cy="4292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DAS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3B91A7A-9DA9-1F61-7278-71DE4ABFFD49}"/>
                </a:ext>
              </a:extLst>
            </p:cNvPr>
            <p:cNvSpPr txBox="1"/>
            <p:nvPr/>
          </p:nvSpPr>
          <p:spPr>
            <a:xfrm>
              <a:off x="6749371" y="4640327"/>
              <a:ext cx="934200" cy="4292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DMAS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33EBA9-A152-3C1A-A8B4-1550368A0118}"/>
              </a:ext>
            </a:extLst>
          </p:cNvPr>
          <p:cNvGrpSpPr/>
          <p:nvPr/>
        </p:nvGrpSpPr>
        <p:grpSpPr>
          <a:xfrm>
            <a:off x="7360387" y="3849624"/>
            <a:ext cx="4401873" cy="2646265"/>
            <a:chOff x="2749550" y="689936"/>
            <a:chExt cx="5832661" cy="350640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CD186DE-3A4C-C1DE-F0EA-50AF5939D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749550" y="1519518"/>
              <a:ext cx="2720284" cy="2111188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087C121-6712-4D16-1CAF-70AAFDFD7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11645"/>
            <a:stretch>
              <a:fillRect/>
            </a:stretch>
          </p:blipFill>
          <p:spPr>
            <a:xfrm>
              <a:off x="5861928" y="1382433"/>
              <a:ext cx="2720283" cy="2385358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DCA1FEA-6954-5522-EF0A-DCBE23409C80}"/>
                </a:ext>
              </a:extLst>
            </p:cNvPr>
            <p:cNvSpPr txBox="1"/>
            <p:nvPr/>
          </p:nvSpPr>
          <p:spPr>
            <a:xfrm>
              <a:off x="3536516" y="3636511"/>
              <a:ext cx="1146350" cy="428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MATLAB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1F8351-1BF5-D1E9-C023-9E75EE65F9AA}"/>
                </a:ext>
              </a:extLst>
            </p:cNvPr>
            <p:cNvSpPr txBox="1"/>
            <p:nvPr/>
          </p:nvSpPr>
          <p:spPr>
            <a:xfrm>
              <a:off x="6676286" y="3768138"/>
              <a:ext cx="1146350" cy="428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Python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B61B0A8-F149-C7CC-BD13-C3D82DEEA820}"/>
                </a:ext>
              </a:extLst>
            </p:cNvPr>
            <p:cNvSpPr txBox="1"/>
            <p:nvPr/>
          </p:nvSpPr>
          <p:spPr>
            <a:xfrm>
              <a:off x="5077065" y="689936"/>
              <a:ext cx="1569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 Reversal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7104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62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Goal: Improve resolution via beamforming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Kennedy O'Neil</dc:creator>
  <cp:lastModifiedBy>Kennedy O'Neil</cp:lastModifiedBy>
  <cp:revision>1</cp:revision>
  <dcterms:created xsi:type="dcterms:W3CDTF">2026-05-21T14:22:30Z</dcterms:created>
  <dcterms:modified xsi:type="dcterms:W3CDTF">2026-05-21T17:19:54Z</dcterms:modified>
</cp:coreProperties>
</file>